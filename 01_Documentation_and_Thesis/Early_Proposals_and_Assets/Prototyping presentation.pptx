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df9f66feb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df9f66feb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df9f66feb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df9f66feb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df9f66feb_3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df9f66feb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df9f66feb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df9f66feb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df9f66feb_3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df9f66feb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df9f66feb_3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df9f66feb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df9f66feb_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df9f66feb_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df9f66feb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df9f66feb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df9f66feb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df9f66feb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df9f66feb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df9f66feb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df9f66feb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df9f66feb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df9f66feb_3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df9f66feb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6" l="20992" r="40113" t="2691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8" l="14010" r="43290" t="35834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5" r="30475" t="11956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art noveau, using southern africa elements and vibrant colour palette" id="228" name="Google Shape;2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33" name="Google Shape;2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38" name="Google Shape;2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43" name="Google Shape;2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48" name="Google Shape;2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53" name="Google Shape;2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58" name="Google Shape;2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63" name="Google Shape;2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68" name="Google Shape;2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73" name="Google Shape;2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78" name="Google Shape;2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imagine in the art noveau style using southern africa elements and vibrant color palette" id="283" name="Google Shape;2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